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85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Fit</c:v>
                </c:pt>
                <c:pt idx="1">
                  <c:v>Control</c:v>
                </c:pt>
                <c:pt idx="2">
                  <c:v>Scale</c:v>
                </c:pt>
                <c:pt idx="3">
                  <c:v>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72</c:v>
                </c:pt>
                <c:pt idx="2">
                  <c:v>91</c:v>
                </c:pt>
                <c:pt idx="3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05-3648-86B6-CC9DE64C8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870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Light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58368" y="23774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Template 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27980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Consulting POV, operating models, delivery plans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75320" y="1325880"/>
            <a:ext cx="20116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55480" y="2633472"/>
            <a:ext cx="1554480" cy="868680"/>
          </a:xfrm>
          <a:prstGeom prst="roundRect">
            <a:avLst>
              <a:gd name="adj" fmla="val 12632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35240" y="3730752"/>
            <a:ext cx="24231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Light Template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system snapshot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page as the source of truth for new slides.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13916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TYPOGRAPHY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251960" y="155448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43400" y="161391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046720" y="1613916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Headlines: Aptos Display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Body: Aptos · 9–15 pt · short lines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51960" y="2011680"/>
            <a:ext cx="384048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8795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38404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9087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5257800" y="2011680"/>
            <a:ext cx="384048" cy="384048"/>
          </a:xfrm>
          <a:prstGeom prst="rect">
            <a:avLst/>
          </a:prstGeom>
          <a:solidFill>
            <a:srgbClr val="0F172A"/>
          </a:solidFill>
          <a:ln w="635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9379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5760720" y="2011680"/>
            <a:ext cx="384048" cy="384048"/>
          </a:xfrm>
          <a:prstGeom prst="rect">
            <a:avLst/>
          </a:prstGeom>
          <a:solidFill>
            <a:srgbClr val="475569"/>
          </a:solidFill>
          <a:ln w="635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9671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muted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6263640" y="2011680"/>
            <a:ext cx="384048" cy="384048"/>
          </a:xfrm>
          <a:prstGeom prst="rect">
            <a:avLst/>
          </a:prstGeom>
          <a:solidFill>
            <a:srgbClr val="2563EB"/>
          </a:solidFill>
          <a:ln w="635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963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6766560" y="2011680"/>
            <a:ext cx="384048" cy="384048"/>
          </a:xfrm>
          <a:prstGeom prst="rect">
            <a:avLst/>
          </a:prstGeom>
          <a:solidFill>
            <a:srgbClr val="10B981"/>
          </a:solidFill>
          <a:ln w="635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02552" y="2487168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accent2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7955280" y="2011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Grid: 12 columns · 0.65 in page margin · 0.2–0.3 in object gap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" y="395935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Title style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24–36 pt, assertive, one line when possible.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29000" y="395935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290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Section style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290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statement + one orientation line.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943600" y="395935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9436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Body style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436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Cards, diagrams, charts. No dense paragraphs.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29600" y="3703320"/>
            <a:ext cx="21945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458200" y="395935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5820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style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458200" y="4572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Full-bleed crops, duotone masks, no clipart.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Light Template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Agenda and takeaway layouts stay decision-focused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sequence, ownership, and outcome language.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Context: what changed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960" y="21762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1305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what must be chosen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261518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why it matters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305409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9169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move: what happens now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15000" y="1508760"/>
            <a:ext cx="0" cy="438912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645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1691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Audience knows the path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make the agenda a table of contents.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2788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is visible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3136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section should remove ambiguity.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0" y="3931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Follow-up is explicit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4279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with owners, dates, and measurable outcomes.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Light Template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argument belongs here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7614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short orientation sentence explains what the audience will learn next.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509760" y="1920240"/>
            <a:ext cx="1097280" cy="7315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835640" y="1920240"/>
            <a:ext cx="1097280" cy="731520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Light Template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Card layouts organize options without turning into dashboards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3-up for alternatives, 4-up for capabilities.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185623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when the audience must compare investment choices.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856232"/>
            <a:ext cx="658368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card structurally parallel for fast scanning.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0" y="185623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0391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4688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cards inside cards; one hierarchy is enough.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0" y="432511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03320" y="4325112"/>
            <a:ext cx="658368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0332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0332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could fail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6364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432511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decides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052560" y="40690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1160" y="4325112"/>
            <a:ext cx="658368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81160" y="4507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81160" y="4937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success is measured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Light Template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Charts should prove one message, not display every number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annotations instead of long legends.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777240" y="1645920"/>
          <a:ext cx="48920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78308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29400" y="203911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29400" y="22219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message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2651760"/>
            <a:ext cx="3977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option wins on fit and scale; risk requires mitigation, not rejection.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92240" y="342900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675120" y="342900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 states the chart conclusion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92240" y="386791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75120" y="3822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accent color carries the primary series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92240" y="43068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4215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Callouts explain implications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92240" y="47457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75120" y="46085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Footnotes stay below the visual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Light Template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 layouts need clear flow and few objects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connectors behind nodes and avoid crossing labels.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0" y="278892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92040" y="278892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0" y="278892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40487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20440" y="2404872"/>
            <a:ext cx="658368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044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+ plan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9788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240487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models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503920" y="214884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32520" y="2404872"/>
            <a:ext cx="658368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3252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Aggregator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answer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for architecture, operating model, dependency, and process slides.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Light Template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treatments should feel intentional and restrained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crops, masks, and captions; avoid decorative stock clutter.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4663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783080"/>
            <a:ext cx="4297680" cy="2514600"/>
          </a:xfrm>
          <a:prstGeom prst="rect">
            <a:avLst/>
          </a:prstGeom>
          <a:solidFill>
            <a:srgbClr val="D9E2E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16:9 image crop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4297680"/>
            <a:ext cx="4297680" cy="45720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445312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Caption strip: explain the relevance, not the image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94767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130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Allowed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Full-bleed hero, side crop, circular portrait, caption overlay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297180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3227832"/>
            <a:ext cx="658368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34107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Avoid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84048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Unrelated stock photos, busy collages, low contrast text on image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425196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450799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4690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5120640"/>
            <a:ext cx="4023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supports the argument; it never substitutes for the argument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Light Template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slides must force a recommendation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criteria that reveal trade-offs.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19202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618488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Criteria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71800" y="1508760"/>
            <a:ext cx="20574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4495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40680" y="1508760"/>
            <a:ext cx="20574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1383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09560" y="1508760"/>
            <a:ext cx="20574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82712" y="1618488"/>
            <a:ext cx="1874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6324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3212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001000" y="203911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" y="2359152"/>
            <a:ext cx="9326880" cy="0"/>
          </a:xfrm>
          <a:prstGeom prst="line">
            <a:avLst/>
          </a:prstGeom>
          <a:noFill/>
          <a:ln w="889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Speed to value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06324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3212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01000" y="267919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2999232"/>
            <a:ext cx="9326880" cy="0"/>
          </a:xfrm>
          <a:prstGeom prst="line">
            <a:avLst/>
          </a:prstGeom>
          <a:noFill/>
          <a:ln w="889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33756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6324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3212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01000" y="331927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5800" y="3639312"/>
            <a:ext cx="9326880" cy="0"/>
          </a:xfrm>
          <a:prstGeom prst="line">
            <a:avLst/>
          </a:prstGeom>
          <a:noFill/>
          <a:ln w="889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39776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cost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6324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3212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01000" y="3959352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85800" y="4279392"/>
            <a:ext cx="9326880" cy="0"/>
          </a:xfrm>
          <a:prstGeom prst="line">
            <a:avLst/>
          </a:prstGeom>
          <a:noFill/>
          <a:ln w="889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" y="489204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4400" y="5148072"/>
            <a:ext cx="658368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4400" y="533095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4400" y="5760720"/>
            <a:ext cx="9692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Option B only if speed outranks control; otherwise Option A is the durable foundation.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Light Template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 inventory and rules of 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these slide types to build consistent decks quickly.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94360" y="1216152"/>
            <a:ext cx="19202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35040" y="148132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37960" y="1463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1579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21396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/ takeaway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035040" y="215798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37960" y="21396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divider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3-up / 4-up cards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37960" y="28163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proof point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3511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flow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351129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34930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treatment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" y="41879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41696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matrix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418795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37960" y="41696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/ decision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Light Template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327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Microsoft Macintosh PowerPoint</Application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Light PowerPoint Template</dc:title>
  <dc:subject>Clean Light PowerPoint Template</dc:subject>
  <dc:creator>OpenAI</dc:creator>
  <cp:lastModifiedBy>Subhamoy Chakraborty</cp:lastModifiedBy>
  <cp:revision>2</cp:revision>
  <dcterms:created xsi:type="dcterms:W3CDTF">2026-06-14T15:14:19Z</dcterms:created>
  <dcterms:modified xsi:type="dcterms:W3CDTF">2026-06-14T16:28:09Z</dcterms:modified>
</cp:coreProperties>
</file>