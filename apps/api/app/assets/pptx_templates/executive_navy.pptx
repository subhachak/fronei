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Fit</c:v>
                </c:pt>
                <c:pt idx="1">
                  <c:v>Control</c:v>
                </c:pt>
                <c:pt idx="2">
                  <c:v>Scale</c:v>
                </c:pt>
                <c:pt idx="3">
                  <c:v>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72</c:v>
                </c:pt>
                <c:pt idx="2">
                  <c:v>91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B-9D4F-A221-4220246E4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7B2C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7B2C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694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Navy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58368" y="23774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Template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7980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Boardroom strategy, architecture, transformation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75320" y="132588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55480" y="2633472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35240" y="3730752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system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page as the source of truth for new slides.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139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43400" y="16139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0" y="16139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Headlines: Aptos Display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Body: Aptos · 9–15 pt · short lines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2011680"/>
            <a:ext cx="384048" cy="384048"/>
          </a:xfrm>
          <a:prstGeom prst="rect">
            <a:avLst/>
          </a:prstGeom>
          <a:solidFill>
            <a:srgbClr val="101827"/>
          </a:solidFill>
          <a:ln w="635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879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384048" cy="384048"/>
          </a:xfrm>
          <a:prstGeom prst="rect">
            <a:avLst/>
          </a:prstGeom>
          <a:solidFill>
            <a:srgbClr val="172033"/>
          </a:solidFill>
          <a:ln w="635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087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5257800" y="2011680"/>
            <a:ext cx="38404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9379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384048" cy="384048"/>
          </a:xfrm>
          <a:prstGeom prst="rect">
            <a:avLst/>
          </a:prstGeom>
          <a:solidFill>
            <a:srgbClr val="A7B2C5"/>
          </a:solidFill>
          <a:ln w="635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9671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muted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solidFill>
            <a:srgbClr val="38BDF8"/>
          </a:solidFill>
          <a:ln w="635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963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6766560" y="2011680"/>
            <a:ext cx="384048" cy="384048"/>
          </a:xfrm>
          <a:prstGeom prst="rect">
            <a:avLst/>
          </a:prstGeom>
          <a:solidFill>
            <a:srgbClr val="7C3AED"/>
          </a:solidFill>
          <a:ln w="635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25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accent2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95528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Grid: 12 columns · 0.65 in page margin · 0.2–0.3 in object gap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395935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 style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24–36 pt, assertive, one line when possible.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29000" y="395935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style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290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statement + one orientation line.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395935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Body style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Cards, diagrams, charts. No dense paragraphs.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296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58200" y="395935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582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style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582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crops, duotone masks, no clipart.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and takeaway layouts stay decision-focused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sequence, ownership, and outcome language.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what changed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what must be chosen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why it matters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305409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move: what happens now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1508760"/>
            <a:ext cx="0" cy="438912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 knows the path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make the agenda a table of contents.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is visible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136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section should remove ambiguity.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is explicit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owners, dates, and measurable outcomes.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argument belongs here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short orientation sentence explains what the audience will learn next.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09760" y="1920240"/>
            <a:ext cx="1097280" cy="731520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835640" y="1920240"/>
            <a:ext cx="1097280" cy="731520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layouts organize options without turning into dashboards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3-up for alternatives, 4-up for capabilities.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5623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when the audience must compare investment choices.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856232"/>
            <a:ext cx="65836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card structurally parallel for fast scanning.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185623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cards inside cards; one hierarchy is enough.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" y="432511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03320" y="4325112"/>
            <a:ext cx="65836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0332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0332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could fail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432511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decides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5256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4325112"/>
            <a:ext cx="65836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8116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success is measured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Charts should prove one message, not display every number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annotations instead of long legends.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645920"/>
          <a:ext cx="4892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29400" y="203911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2221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message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265176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option wins on fit and scale; risk requires mitigation, not rejection.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92240" y="3429000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75120" y="34290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states the chart conclusion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386791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0" y="3822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accent color carries the primary series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430682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4215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explain implications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47457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0" y="4608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Footnotes stay below the visual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 layouts need clear flow and few objects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connectors behind nodes and avoid crossing labels.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0" y="2788920"/>
            <a:ext cx="1828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92040" y="2788920"/>
            <a:ext cx="1828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1828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40487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2404872"/>
            <a:ext cx="65836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+ plan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9788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40487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models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0392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32520" y="2404872"/>
            <a:ext cx="65836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3252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for architecture, operating model, dependency, and process slides.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treatments should feel intentional and restrained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crops, masks, and captions; avoid decorative stock clutter.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297680" cy="2514600"/>
          </a:xfrm>
          <a:prstGeom prst="rect">
            <a:avLst/>
          </a:prstGeom>
          <a:solidFill>
            <a:srgbClr val="2E3A52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B2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 image crop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4297680"/>
            <a:ext cx="4297680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445312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strip: explain the relevance, not the image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4767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130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Allowed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hero, side crop, circular portrait, caption overlay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9718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227832"/>
            <a:ext cx="65836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84048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Unrelated stock photos, busy collages, low contrast text on image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42519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450799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4690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512064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supports the argument; it never substitutes for the argument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slides must force a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that reveal trade-offs.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92024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61848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1508760"/>
            <a:ext cx="20574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4495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40680" y="1508760"/>
            <a:ext cx="20574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1383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09560" y="1508760"/>
            <a:ext cx="20574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8271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3212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0100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359152"/>
            <a:ext cx="9326880" cy="0"/>
          </a:xfrm>
          <a:prstGeom prst="line">
            <a:avLst/>
          </a:prstGeom>
          <a:noFill/>
          <a:ln w="889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to value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6324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3212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0100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2999232"/>
            <a:ext cx="9326880" cy="0"/>
          </a:xfrm>
          <a:prstGeom prst="line">
            <a:avLst/>
          </a:prstGeom>
          <a:noFill/>
          <a:ln w="889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6324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0100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3639312"/>
            <a:ext cx="9326880" cy="0"/>
          </a:xfrm>
          <a:prstGeom prst="line">
            <a:avLst/>
          </a:prstGeom>
          <a:noFill/>
          <a:ln w="889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9776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cost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0100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" y="4279392"/>
            <a:ext cx="9326880" cy="0"/>
          </a:xfrm>
          <a:prstGeom prst="line">
            <a:avLst/>
          </a:prstGeom>
          <a:noFill/>
          <a:ln w="889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489204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4400" y="5148072"/>
            <a:ext cx="658368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5330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5760720"/>
            <a:ext cx="9692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Option B only if speed outranks control; otherwise Option A is the durable foundation.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inventory and rules of 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these slide types to build consistent decks quickly.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350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/ takeaway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3-up / 4-up cards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proof point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treatment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matrix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/ decision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7B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Navy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Macintosh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Navy PowerPoint Template</dc:title>
  <dc:subject>Executive Navy PowerPoint Template</dc:subject>
  <dc:creator>OpenAI</dc:creator>
  <cp:lastModifiedBy>Subhamoy Chakraborty</cp:lastModifiedBy>
  <cp:revision>2</cp:revision>
  <dcterms:created xsi:type="dcterms:W3CDTF">2026-06-14T15:14:19Z</dcterms:created>
  <dcterms:modified xsi:type="dcterms:W3CDTF">2026-06-14T16:29:10Z</dcterms:modified>
</cp:coreProperties>
</file>