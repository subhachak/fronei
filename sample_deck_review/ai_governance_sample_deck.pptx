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4F00"/>
          </a:solidFill>
          <a:ln w="1270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1554480"/>
            <a:ext cx="868680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83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Governance Operating Model for Enterprise Rollout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24612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F65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AI CoE — Executive Steering Committee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6172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with Fronei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3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federated AI governance model cuts time-to-production by 40%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207008"/>
            <a:ext cx="914400" cy="36576"/>
          </a:xfrm>
          <a:prstGeom prst="rect">
            <a:avLst/>
          </a:prstGeom>
          <a:solidFill>
            <a:srgbClr val="E04F00"/>
          </a:solidFill>
          <a:ln w="12700">
            <a:solidFill>
              <a:srgbClr val="E04F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71600"/>
            <a:ext cx="87782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824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Centralized risk/compliance gate, federated delivery teams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3017520"/>
            <a:ext cx="1100297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with 3 business units in Q3</a:t>
            </a:r>
            <a:endParaRPr lang="en-US" sz="14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new RACI and intake process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3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operating model options were evaluated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207008"/>
            <a:ext cx="914400" cy="36576"/>
          </a:xfrm>
          <a:prstGeom prst="rect">
            <a:avLst/>
          </a:prstGeom>
          <a:solidFill>
            <a:srgbClr val="E04F00"/>
          </a:solidFill>
          <a:ln w="12700">
            <a:solidFill>
              <a:srgbClr val="E04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508760"/>
            <a:ext cx="3454298" cy="5029200"/>
          </a:xfrm>
          <a:prstGeom prst="roundRect">
            <a:avLst>
              <a:gd name="adj" fmla="val 1059"/>
            </a:avLst>
          </a:prstGeom>
          <a:solidFill>
            <a:srgbClr val="FFFDFC"/>
          </a:solidFill>
          <a:ln w="12700">
            <a:solidFill>
              <a:srgbClr val="D8CDC6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73352"/>
            <a:ext cx="3125114" cy="4700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Centralized CoE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governance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Slower delivery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control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68698" y="1508760"/>
            <a:ext cx="3454298" cy="5029200"/>
          </a:xfrm>
          <a:prstGeom prst="roundRect">
            <a:avLst>
              <a:gd name="adj" fmla="val 1059"/>
            </a:avLst>
          </a:prstGeom>
          <a:solidFill>
            <a:srgbClr val="FFFDFC"/>
          </a:solidFill>
          <a:ln w="12700">
            <a:solidFill>
              <a:srgbClr val="D8CDC6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3290" y="1673352"/>
            <a:ext cx="3125114" cy="4700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Federated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Balanced speed/control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strong RACI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43037" y="1508760"/>
            <a:ext cx="3454298" cy="5029200"/>
          </a:xfrm>
          <a:prstGeom prst="roundRect">
            <a:avLst>
              <a:gd name="adj" fmla="val 1059"/>
            </a:avLst>
          </a:prstGeom>
          <a:solidFill>
            <a:srgbClr val="FFFDFC"/>
          </a:solidFill>
          <a:ln w="12700">
            <a:solidFill>
              <a:srgbClr val="D8CDC6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07629" y="1673352"/>
            <a:ext cx="3125114" cy="4700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83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Decentralized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Fastest delivery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risk exposure</a:t>
            </a:r>
            <a:endParaRPr lang="en-US" sz="1400" dirty="0"/>
          </a:p>
          <a:p>
            <a:pPr marL="177800" indent="-177800">
              <a:lnSpc>
                <a:spcPct val="110000"/>
              </a:lnSpc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to audit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3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rollout de-risks adoption across four quarters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207008"/>
            <a:ext cx="914400" cy="36576"/>
          </a:xfrm>
          <a:prstGeom prst="rect">
            <a:avLst/>
          </a:prstGeom>
          <a:solidFill>
            <a:srgbClr val="E04F00"/>
          </a:solidFill>
          <a:ln w="12700">
            <a:solidFill>
              <a:srgbClr val="E04F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43075" y="2057400"/>
            <a:ext cx="274320" cy="274320"/>
          </a:xfrm>
          <a:prstGeom prst="ellipse">
            <a:avLst/>
          </a:prstGeom>
          <a:solidFill>
            <a:srgbClr val="E04F00"/>
          </a:solidFill>
          <a:ln w="12700">
            <a:solidFill>
              <a:srgbClr val="E04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468880"/>
            <a:ext cx="257175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 up governance board and intake process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166110" y="2194560"/>
            <a:ext cx="228600" cy="36576"/>
          </a:xfrm>
          <a:prstGeom prst="rect">
            <a:avLst/>
          </a:prstGeom>
          <a:solidFill>
            <a:srgbClr val="D8CDC6"/>
          </a:solidFill>
          <a:ln w="12700">
            <a:solidFill>
              <a:srgbClr val="D8CD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43425" y="2057400"/>
            <a:ext cx="274320" cy="274320"/>
          </a:xfrm>
          <a:prstGeom prst="ellipse">
            <a:avLst/>
          </a:prstGeom>
          <a:solidFill>
            <a:srgbClr val="E04F00"/>
          </a:solidFill>
          <a:ln w="12700">
            <a:solidFill>
              <a:srgbClr val="E04F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94710" y="2468880"/>
            <a:ext cx="257175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business unit pilots with weekly checkpoints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66460" y="2194560"/>
            <a:ext cx="228600" cy="36576"/>
          </a:xfrm>
          <a:prstGeom prst="rect">
            <a:avLst/>
          </a:prstGeom>
          <a:solidFill>
            <a:srgbClr val="D8CDC6"/>
          </a:solidFill>
          <a:ln w="12700">
            <a:solidFill>
              <a:srgbClr val="D8CD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43775" y="2057400"/>
            <a:ext cx="274320" cy="274320"/>
          </a:xfrm>
          <a:prstGeom prst="ellipse">
            <a:avLst/>
          </a:prstGeom>
          <a:solidFill>
            <a:srgbClr val="E04F00"/>
          </a:solidFill>
          <a:ln w="12700">
            <a:solidFill>
              <a:srgbClr val="E04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5060" y="2468880"/>
            <a:ext cx="257175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to 10 use cases, formalize SLAs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66810" y="2194560"/>
            <a:ext cx="228600" cy="36576"/>
          </a:xfrm>
          <a:prstGeom prst="rect">
            <a:avLst/>
          </a:prstGeom>
          <a:solidFill>
            <a:srgbClr val="D8CDC6"/>
          </a:solidFill>
          <a:ln w="12700">
            <a:solidFill>
              <a:srgbClr val="D8CD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4125" y="2057400"/>
            <a:ext cx="274320" cy="274320"/>
          </a:xfrm>
          <a:prstGeom prst="ellipse">
            <a:avLst/>
          </a:prstGeom>
          <a:solidFill>
            <a:srgbClr val="E04F00"/>
          </a:solidFill>
          <a:ln w="12700">
            <a:solidFill>
              <a:srgbClr val="E04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5410" y="2468880"/>
            <a:ext cx="257175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Institutionalize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824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into annual planning and budget cycles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2026-06-14T15:50:17Z</dcterms:created>
  <dcterms:modified xsi:type="dcterms:W3CDTF">2026-06-14T15:50:17Z</dcterms:modified>
</cp:coreProperties>
</file>